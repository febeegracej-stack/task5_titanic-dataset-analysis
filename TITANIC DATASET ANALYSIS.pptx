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6" r:id="rId9"/>
    <p:sldId id="262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7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47E55-42B1-EE4B-DADD-66327CE04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F8D39-90E3-73EB-EE92-B81665BD4B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395E5-0324-DC46-EB3F-BC3AAA62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3BC77-3F47-AC4E-85EE-92EA627C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C00FE-C213-86E6-3738-4C52F1A0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058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7E18B-C6F0-42E3-E3D5-27BA8100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84DEF-DA7A-57E0-1CCF-EEF135295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9FB4E-FAB1-5E5F-62DF-148AF08C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068FF-0954-BBD7-531E-83B6C677E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F3729-34F8-2883-E5FB-0086E416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486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724DF-DBC8-9EA3-7CAE-60CF1AAD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6E8BB-2A61-EBDF-3839-3EBFEA13D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FC4C8-E6F4-922D-C1EA-F853707E6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22EC6-6479-7B3A-4051-C61B17A3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80ED4-E2E8-7C36-E01C-5200CC5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02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1CCF-D485-E6CB-E3D1-B000D0129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BD37-9041-EA87-767F-FFB1B14002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E908B-F06A-E2B3-36D7-2E9F74C03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35239-2E9A-32A1-7AB1-4CCAFE6F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832B-DBAB-D3FC-140D-EEE261A57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B83CB-9DFB-97CA-7E17-75575392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7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331B8-B120-A5F9-858B-6F05189BB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80DE6-FC2F-9474-09FA-0DF51110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E49C9-F750-7020-1C2E-693DD182F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81C75-8865-FCB1-D904-34210FBCF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9D4999-AAB6-0F56-2465-58A356D7A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E83EE7-E493-658A-65C8-9E615E83E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59386-AF56-68C2-11D6-4A306371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1134C-84DD-F3FD-DFA8-AF09DE9DE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18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14B4-2E09-884F-A14C-BF93E1D9F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B141D5-9215-1B3E-F968-A003436DD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98902-CFFF-3D1A-51F6-D7B6512B3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32078-F368-B6D1-A2E3-9FAA783F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2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DB979-1E58-53C3-394B-FCC9B68F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5BB3DA-B525-9E93-773F-F71F41CF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97041-EEBD-8598-6A8A-4DDE6B126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3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9E90-8B42-826F-63B2-C282FF5F3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6C5B1-A9B9-1D16-509D-C46B3E3BF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F1C903-79A1-DDA9-C534-7C7FC0DC1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DB30E-61C6-2CC5-6E17-9304217A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DE782-6AB0-8C7A-AC49-D86E7999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FD461-1823-9A2D-DB01-9EB282B1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7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03B-65E9-4989-ECF9-9A042F2A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D5FF7A-3AE7-07D3-FD93-02A2BB0EA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171D6-595C-0AC8-C673-5C230232D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45E73-0D58-12FB-F668-1DEF5D6F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DF2FB-27BC-4BE8-9C33-C3F0AE138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E7C231-E98A-23EE-AFF1-0424CE77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77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8E43-20C3-4B24-950B-BEB61A0F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ADC286-9FDC-BA7F-959F-B6E778BCE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23AA1-7BDF-93CB-3575-69EE6C50A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4AF76-148E-9C9F-98E3-C4F57B7AE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37F13-74B5-356D-2786-5F9BED83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429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64737-966F-75FD-C1F3-CB0A948D10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73763-E97C-1929-8ED6-86415F4F4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2488C-B7FF-18D8-80B0-17BE6A08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64FB5-4C3A-B806-6BE1-3A535934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9760B-08EA-7A95-F8A8-2520886B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0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6BC8B0-A9B5-110D-F8FA-EE1CB4228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A228C-2F52-F846-2FE0-14F5B5206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7D930-B2A9-6961-0390-A0F04D0775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B55B5-2275-4F43-9771-438ECA810E2F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D7C1E-47E3-9B77-486E-0CB10FBE8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48362-324A-D735-DABD-267301D98B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85357-7C8B-4E86-9E86-AF70405BC6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9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9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9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9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9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9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62BD9-6BA7-556E-1F56-B3B1AC16F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v-SE" dirty="0"/>
              <a:t>Titanic Dataset Analysis Report (EDA)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AEC5C-A740-7F10-83AA-32DCCAF32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err="1"/>
              <a:t>Submited</a:t>
            </a:r>
            <a:r>
              <a:rPr lang="en-IN" dirty="0"/>
              <a:t> by :</a:t>
            </a:r>
          </a:p>
          <a:p>
            <a:r>
              <a:rPr lang="en-IN"/>
              <a:t>Febee Grace J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23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111E-9DCC-9D8F-54EF-F759EF7C0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CD39A-E56B-7455-ED2C-F14115CAF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0"/>
            <a:ext cx="10515600" cy="5283200"/>
          </a:xfrm>
        </p:spPr>
        <p:txBody>
          <a:bodyPr>
            <a:normAutofit/>
          </a:bodyPr>
          <a:lstStyle/>
          <a:p>
            <a:r>
              <a:rPr lang="en-US" dirty="0"/>
              <a:t>This project explores the Titanic dataset using Exploratory Data Analysis techniques. The goal is to understand what factors influenced passenger survival during the disaster using visual patterns and statistical summaries.</a:t>
            </a:r>
          </a:p>
          <a:p>
            <a:r>
              <a:rPr lang="en-US" b="1" dirty="0"/>
              <a:t>Dataset Overview</a:t>
            </a:r>
          </a:p>
          <a:p>
            <a:pPr marL="0" indent="0">
              <a:buNone/>
            </a:pPr>
            <a:r>
              <a:rPr lang="en-US" dirty="0"/>
              <a:t>The dataset contains passenger information such as:</a:t>
            </a:r>
          </a:p>
          <a:p>
            <a:r>
              <a:rPr lang="en-US" dirty="0"/>
              <a:t>Age</a:t>
            </a:r>
          </a:p>
          <a:p>
            <a:r>
              <a:rPr lang="en-US" dirty="0"/>
              <a:t>Gender</a:t>
            </a:r>
          </a:p>
          <a:p>
            <a:r>
              <a:rPr lang="en-US" dirty="0"/>
              <a:t>Passenger class</a:t>
            </a:r>
          </a:p>
          <a:p>
            <a:r>
              <a:rPr lang="en-US" dirty="0"/>
              <a:t>Fare</a:t>
            </a:r>
          </a:p>
          <a:p>
            <a:r>
              <a:rPr lang="en-US" dirty="0"/>
              <a:t>Survival status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42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4574F-118F-28BA-B404-156D2D9C4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C6BE-D186-34EB-992B-16D5D4501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Initial Data Check</a:t>
            </a:r>
            <a:br>
              <a:rPr lang="en-US" b="1" dirty="0"/>
            </a:br>
            <a:br>
              <a:rPr lang="en-US" b="1" dirty="0"/>
            </a:b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FD647778-8B3A-315D-9073-CED450A3BD4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1" r="831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10631-B01F-6384-9F55-D1DD9F4B2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Basic functions like info() and describe() were used to understand:</a:t>
            </a:r>
          </a:p>
          <a:p>
            <a:r>
              <a:rPr lang="en-US" sz="2000" dirty="0"/>
              <a:t>*Data types</a:t>
            </a:r>
          </a:p>
          <a:p>
            <a:r>
              <a:rPr lang="en-US" sz="2000" dirty="0"/>
              <a:t>*Missing values</a:t>
            </a:r>
          </a:p>
          <a:p>
            <a:r>
              <a:rPr lang="en-US" sz="2000" dirty="0"/>
              <a:t>*Distribution of numerical features</a:t>
            </a:r>
          </a:p>
          <a:p>
            <a:r>
              <a:rPr lang="en-US" sz="2000" b="1" dirty="0"/>
              <a:t>Key observation:</a:t>
            </a:r>
          </a:p>
          <a:p>
            <a:r>
              <a:rPr lang="en-US" sz="2000" dirty="0"/>
              <a:t>The dataset contains both numerical and categorical variables, making it suitable for mixed analysis.</a:t>
            </a:r>
          </a:p>
        </p:txBody>
      </p:sp>
    </p:spTree>
    <p:extLst>
      <p:ext uri="{BB962C8B-B14F-4D97-AF65-F5344CB8AC3E}">
        <p14:creationId xmlns:p14="http://schemas.microsoft.com/office/powerpoint/2010/main" val="26442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0C1E-528C-247C-3A78-088DE431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Survival Pattern Analysis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1F316-794E-D849-880A-7B54CD083846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891CB-3135-9142-CC66-69A5D2EC7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The survival distribution shows that fewer passengers survived compared to those who did not.</a:t>
            </a:r>
          </a:p>
          <a:p>
            <a:endParaRPr lang="en-US" sz="2000" b="1" dirty="0"/>
          </a:p>
          <a:p>
            <a:r>
              <a:rPr lang="en-US" sz="2000" b="1" dirty="0"/>
              <a:t>Insight:</a:t>
            </a:r>
          </a:p>
          <a:p>
            <a:r>
              <a:rPr lang="en-US" sz="2000" dirty="0"/>
              <a:t>The survival rate was generally low due to the scale of the disaster.</a:t>
            </a:r>
          </a:p>
          <a:p>
            <a:br>
              <a:rPr lang="en-US" sz="2000" dirty="0"/>
            </a:br>
            <a:endParaRPr lang="en-US" sz="2000" dirty="0"/>
          </a:p>
          <a:p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F3457-12D6-E701-D4C8-C858C8478B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867"/>
          <a:stretch>
            <a:fillRect/>
          </a:stretch>
        </p:blipFill>
        <p:spPr>
          <a:xfrm>
            <a:off x="4685212" y="457200"/>
            <a:ext cx="7343390" cy="585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08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9FD9-6B56-165F-287A-A13DF009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DC908-F69A-0D48-3AE6-E58D1A99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Gender Influence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6C303B7-B086-2B41-54C6-052FEC7B644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91" r="1891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6C2389-0BE7-A3C3-0ACE-60750ACF7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Gender was strongly associated with survival.</a:t>
            </a:r>
          </a:p>
          <a:p>
            <a:endParaRPr lang="en-US" sz="2000" b="1" dirty="0"/>
          </a:p>
          <a:p>
            <a:r>
              <a:rPr lang="en-US" sz="2000" b="1" dirty="0"/>
              <a:t>Insight:</a:t>
            </a:r>
          </a:p>
          <a:p>
            <a:r>
              <a:rPr lang="en-US" sz="2000" dirty="0"/>
              <a:t>Females had a significantly higher survival rate than males, indicating priority for evacuation.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59151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05E5B-BE0D-2AF6-C22B-442C7D992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2770-369B-ABBF-8E9B-7E8867F23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316576" cy="1600200"/>
          </a:xfrm>
        </p:spPr>
        <p:txBody>
          <a:bodyPr>
            <a:normAutofit/>
          </a:bodyPr>
          <a:lstStyle/>
          <a:p>
            <a:r>
              <a:rPr lang="en-US" b="1" dirty="0"/>
              <a:t>Passenger Class Effect</a:t>
            </a:r>
            <a:br>
              <a:rPr lang="en-US" b="1" dirty="0"/>
            </a:br>
            <a:endParaRPr lang="en-IN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2CD527C-197D-5ECD-F5E9-D55FC1F1D04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F4036-2E95-3990-7BDD-A2080F0C4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095625" cy="3811588"/>
          </a:xfrm>
        </p:spPr>
        <p:txBody>
          <a:bodyPr>
            <a:normAutofit/>
          </a:bodyPr>
          <a:lstStyle/>
          <a:p>
            <a:endParaRPr lang="en-US" sz="2000" b="1" dirty="0"/>
          </a:p>
          <a:p>
            <a:r>
              <a:rPr lang="en-US" sz="2000" dirty="0"/>
              <a:t>Passenger class strongly influenced survival chances.</a:t>
            </a:r>
          </a:p>
          <a:p>
            <a:endParaRPr lang="en-US" sz="2000" b="1" dirty="0"/>
          </a:p>
          <a:p>
            <a:r>
              <a:rPr lang="en-US" sz="2000" b="1" dirty="0"/>
              <a:t>Insight:</a:t>
            </a:r>
          </a:p>
          <a:p>
            <a:r>
              <a:rPr lang="en-US" sz="2000" dirty="0"/>
              <a:t>First-class passengers had better survival probability than second and third class passengers.</a:t>
            </a:r>
          </a:p>
          <a:p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68D675-F982-545D-9C66-CE9AF9E75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32" r="3170" b="1"/>
          <a:stretch>
            <a:fillRect/>
          </a:stretch>
        </p:blipFill>
        <p:spPr>
          <a:xfrm>
            <a:off x="4156366" y="598900"/>
            <a:ext cx="7869380" cy="52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7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D7E97-A923-ED2D-392F-492F305D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22A7-A0A3-CD23-9FCF-123F0F61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2997921" cy="1600200"/>
          </a:xfrm>
        </p:spPr>
        <p:txBody>
          <a:bodyPr/>
          <a:lstStyle/>
          <a:p>
            <a:r>
              <a:rPr lang="en-US" b="1" dirty="0"/>
              <a:t>Fare Analysis</a:t>
            </a:r>
            <a:br>
              <a:rPr lang="en-US" b="1" dirty="0"/>
            </a:br>
            <a:endParaRPr lang="en-IN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8BAC1F8-0BFD-588F-7380-78E3E5FEE77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211A60-9347-C0B3-8880-91B3AE317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209800"/>
            <a:ext cx="3139643" cy="3811588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Fare distribution was highly uneven.</a:t>
            </a:r>
          </a:p>
          <a:p>
            <a:endParaRPr lang="en-US" sz="2000" b="1" dirty="0"/>
          </a:p>
          <a:p>
            <a:r>
              <a:rPr lang="en-US" sz="2000" b="1" dirty="0"/>
              <a:t>Insight:</a:t>
            </a:r>
          </a:p>
          <a:p>
            <a:r>
              <a:rPr lang="en-US" sz="2000" dirty="0"/>
              <a:t>Most passengers paid low fares, but a small group paid very high fares, creating outliers. These likely represent premium-class tickets.</a:t>
            </a:r>
          </a:p>
          <a:p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5D9FCF-A2C5-66A3-EAF7-15B64ED08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709" y="173182"/>
            <a:ext cx="9209859" cy="651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3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51D43-77F1-D0BA-D88E-8D6B21CB2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B3A97-DD25-3150-8AC3-A40DA206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Age Distribution</a:t>
            </a:r>
            <a:br>
              <a:rPr lang="en-IN" b="1" dirty="0"/>
            </a:br>
            <a:br>
              <a:rPr lang="en-IN" b="1" dirty="0"/>
            </a:b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4A94309-758F-B65E-6D98-F3B4F9B6956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92" b="392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B54CAA-EBD7-7B01-6124-48AEAEC15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en-US" sz="2000" dirty="0"/>
          </a:p>
          <a:p>
            <a:r>
              <a:rPr lang="en-US" sz="2000" dirty="0"/>
              <a:t>Most passengers were young adults.</a:t>
            </a:r>
          </a:p>
          <a:p>
            <a:endParaRPr lang="en-US" sz="2000" b="1" dirty="0"/>
          </a:p>
          <a:p>
            <a:r>
              <a:rPr lang="en-US" sz="2000" b="1" dirty="0"/>
              <a:t>Insight:</a:t>
            </a:r>
          </a:p>
          <a:p>
            <a:r>
              <a:rPr lang="en-US" sz="2000" dirty="0"/>
              <a:t>The majority of passengers were between 20–40 years old, with fewer children and elderly passengers.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38103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48D24-8567-4C03-4919-D454EAA9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EE60-6F27-A890-1B7E-F7555E8F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Relationship Analysis</a:t>
            </a:r>
            <a:br>
              <a:rPr lang="en-US" b="1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E608EE8-C17E-7284-6E3D-BFBBB6289C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78" r="2178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6DF23-A639-F4B2-EBE8-4215848C3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Correlation analysis showed:</a:t>
            </a:r>
          </a:p>
          <a:p>
            <a:r>
              <a:rPr lang="en-US" sz="2400" dirty="0"/>
              <a:t>Fare and passenger class are related</a:t>
            </a:r>
          </a:p>
          <a:p>
            <a:r>
              <a:rPr lang="en-US" sz="2400" dirty="0"/>
              <a:t>Passenger class is linked to survival probability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4442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0731B-3266-98F9-C43C-999D039F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Final Insights and Conclusion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4A62-2475-A1AC-77C9-1BDF341286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Insights</a:t>
            </a:r>
          </a:p>
          <a:p>
            <a:r>
              <a:rPr lang="en-US" dirty="0"/>
              <a:t>Gender was the strongest survival factor</a:t>
            </a:r>
          </a:p>
          <a:p>
            <a:r>
              <a:rPr lang="en-US" dirty="0"/>
              <a:t>Socio-economic status influenced survival chances</a:t>
            </a:r>
          </a:p>
          <a:p>
            <a:r>
              <a:rPr lang="en-US" dirty="0"/>
              <a:t>Class and fare were closely linked</a:t>
            </a:r>
          </a:p>
          <a:p>
            <a:r>
              <a:rPr lang="en-US" dirty="0"/>
              <a:t>Age had less impact compared to other factors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DAFC4-B76F-A019-547C-0844BDFAB8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Conclusions</a:t>
            </a:r>
          </a:p>
          <a:p>
            <a:r>
              <a:rPr lang="en-US" dirty="0"/>
              <a:t>EDA revealed clear patterns in survival </a:t>
            </a:r>
            <a:r>
              <a:rPr lang="en-US" dirty="0" err="1"/>
              <a:t>behaviour</a:t>
            </a:r>
            <a:r>
              <a:rPr lang="en-US" dirty="0"/>
              <a:t>. Social class, gender, and ticket fare played a major role in determining survival outcomes during the Titanic disaster.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8487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350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Titanic Dataset Analysis Report (EDA)</vt:lpstr>
      <vt:lpstr>1. Introduction</vt:lpstr>
      <vt:lpstr>Initial Data Check  </vt:lpstr>
      <vt:lpstr>Survival Pattern Analysis </vt:lpstr>
      <vt:lpstr>Gender Influence  </vt:lpstr>
      <vt:lpstr>Passenger Class Effect </vt:lpstr>
      <vt:lpstr>Fare Analysis </vt:lpstr>
      <vt:lpstr>Age Distribution  </vt:lpstr>
      <vt:lpstr> Relationship Analysis </vt:lpstr>
      <vt:lpstr>Final Insights and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Titanic Dataset Analysis Report (EDA)</dc:title>
  <dc:creator>Febee Grace</dc:creator>
  <cp:lastModifiedBy>Febee Grace</cp:lastModifiedBy>
  <cp:revision>2</cp:revision>
  <dcterms:created xsi:type="dcterms:W3CDTF">2026-06-06T14:22:22Z</dcterms:created>
  <dcterms:modified xsi:type="dcterms:W3CDTF">2026-06-06T14:32:58Z</dcterms:modified>
</cp:coreProperties>
</file>